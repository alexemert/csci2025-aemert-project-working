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My Individual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Alex Emert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I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 started by looking at the Scryfall R package, which is kind of like a built in API.</a:t>
            </a:r>
          </a:p>
          <a:p>
            <a:pPr lvl="0" indent="0" marL="0">
              <a:buNone/>
            </a:pPr>
            <a:r>
              <a:rPr/>
              <a:t>-</a:t>
            </a:r>
            <a:r>
              <a:rPr>
                <a:latin typeface="Courier"/>
              </a:rPr>
              <a:t>scryr</a:t>
            </a:r>
            <a:r>
              <a:rPr/>
              <a:t>: uses function </a:t>
            </a:r>
            <a:r>
              <a:rPr>
                <a:latin typeface="Courier"/>
              </a:rPr>
              <a:t>scry_cards()</a:t>
            </a:r>
            <a:r>
              <a:rPr/>
              <a:t> to find magic cards that fit the search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Problems</a:t>
            </a:r>
          </a:p>
          <a:p>
            <a:pPr lvl="0" indent="0" marL="0">
              <a:buNone/>
            </a:pPr>
            <a:r>
              <a:rPr/>
              <a:t>Unfortunately, the package turned out to be not really what I was looking for. Not only was the syntax for searching very unique and complex but it took too long to find the amount of cards that I wanted.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Then, I looked at the MTGJSON data, which both has an API and downloadable files of all MTG cards.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Individual Project</dc:title>
  <dc:creator>Alex Emert</dc:creator>
  <cp:keywords/>
  <dcterms:created xsi:type="dcterms:W3CDTF">2026-01-27T18:43:21Z</dcterms:created>
  <dcterms:modified xsi:type="dcterms:W3CDTF">2026-01-27T18:43:21Z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